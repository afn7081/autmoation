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51"/>
                </a:solidFill>
                <a:latin typeface="Montserrat"/>
              </a:rPr>
              <a:t>GLOBAL WOMEN FOUNDATION &amp; BAND OF BROTHERS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0051"/>
                </a:solidFill>
                <a:latin typeface="Montserrat"/>
              </a:rPr>
              <a:t>CERTIFICATE OF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A27430"/>
                </a:solidFill>
                <a:latin typeface="Montserrat"/>
              </a:rPr>
              <a:t>FOUNDING 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12850"/>
                </a:solidFill>
                <a:latin typeface="Montserrat"/>
              </a:rPr>
              <a:t>THIS CERTIFICATE IS PROUDLY PRESENTED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A27430"/>
                </a:solidFill>
                <a:latin typeface="Great Vibes"/>
              </a:rPr>
              <a:t>Full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27430"/>
                </a:solidFill>
                <a:latin typeface="Montserrat"/>
              </a:rPr>
              <a:t>FROM STREETS → HOUSING →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9494D"/>
                </a:solidFill>
                <a:latin typeface="Montserrat"/>
              </a:rPr>
              <a:t>In recognition of your role as a Founding Member in helping
activate the UScension Veteran Peer Respite &amp; Housing initiative.
Your support has helped establish a new pathway for veterans
moving from crisis to housing, care, and community.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9494D"/>
                </a:solidFill>
                <a:latin typeface="Montserrat"/>
              </a:rPr>
              <a:t>Date :  04-03-26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6400800"/>
            <a:ext cx="182880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49494D"/>
                </a:solidFill>
                <a:latin typeface="Segoe Script"/>
              </a:rPr>
              <a:t>Brandy Gray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9494D"/>
                </a:solidFill>
                <a:latin typeface="Montserrat"/>
              </a:rPr>
              <a:t>Brandy Gray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629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9494D"/>
                </a:solidFill>
                <a:latin typeface="Montserrat"/>
              </a:rPr>
              <a:t>Founder / Executive Director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822960"/>
            <a:ext cx="0" cy="4663440"/>
          </a:xfrm>
          <a:prstGeom prst="line">
            <a:avLst/>
          </a:prstGeom>
          <a:ln w="25400">
            <a:solidFill>
              <a:srgbClr val="01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