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Malibu" panose="02000000000000000000" charset="0"/>
      <p:regular r:id="rId3"/>
    </p:embeddedFont>
    <p:embeddedFont>
      <p:font typeface="RoxboroughCF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112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2025596" y="-1030411"/>
            <a:ext cx="6640808" cy="9620822"/>
          </a:xfrm>
          <a:custGeom>
            <a:avLst/>
            <a:gdLst/>
            <a:ahLst/>
            <a:cxnLst/>
            <a:rect l="l" t="t" r="r" b="b"/>
            <a:pathLst>
              <a:path w="6640808" h="9620822">
                <a:moveTo>
                  <a:pt x="0" y="0"/>
                </a:moveTo>
                <a:lnTo>
                  <a:pt x="6640808" y="0"/>
                </a:lnTo>
                <a:lnTo>
                  <a:pt x="6640808" y="9620822"/>
                </a:lnTo>
                <a:lnTo>
                  <a:pt x="0" y="96208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39243" y="5040811"/>
            <a:ext cx="4276800" cy="2737152"/>
          </a:xfrm>
          <a:custGeom>
            <a:avLst/>
            <a:gdLst/>
            <a:ahLst/>
            <a:cxnLst/>
            <a:rect l="l" t="t" r="r" b="b"/>
            <a:pathLst>
              <a:path w="4276800" h="2737152">
                <a:moveTo>
                  <a:pt x="0" y="0"/>
                </a:moveTo>
                <a:lnTo>
                  <a:pt x="4276800" y="0"/>
                </a:lnTo>
                <a:lnTo>
                  <a:pt x="4276800" y="2737152"/>
                </a:lnTo>
                <a:lnTo>
                  <a:pt x="0" y="27371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6711519" y="5040811"/>
            <a:ext cx="4276800" cy="2737152"/>
          </a:xfrm>
          <a:custGeom>
            <a:avLst/>
            <a:gdLst/>
            <a:ahLst/>
            <a:cxnLst/>
            <a:rect l="l" t="t" r="r" b="b"/>
            <a:pathLst>
              <a:path w="4276800" h="2737152">
                <a:moveTo>
                  <a:pt x="4276800" y="0"/>
                </a:moveTo>
                <a:lnTo>
                  <a:pt x="0" y="0"/>
                </a:lnTo>
                <a:lnTo>
                  <a:pt x="0" y="2737152"/>
                </a:lnTo>
                <a:lnTo>
                  <a:pt x="4276800" y="2737152"/>
                </a:lnTo>
                <a:lnTo>
                  <a:pt x="4276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-139243" y="-217963"/>
            <a:ext cx="4276800" cy="2737152"/>
          </a:xfrm>
          <a:custGeom>
            <a:avLst/>
            <a:gdLst/>
            <a:ahLst/>
            <a:cxnLst/>
            <a:rect l="l" t="t" r="r" b="b"/>
            <a:pathLst>
              <a:path w="4276800" h="2737152">
                <a:moveTo>
                  <a:pt x="0" y="2737152"/>
                </a:moveTo>
                <a:lnTo>
                  <a:pt x="4276800" y="2737152"/>
                </a:lnTo>
                <a:lnTo>
                  <a:pt x="4276800" y="0"/>
                </a:lnTo>
                <a:lnTo>
                  <a:pt x="0" y="0"/>
                </a:lnTo>
                <a:lnTo>
                  <a:pt x="0" y="273715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6554443" y="-217963"/>
            <a:ext cx="4276800" cy="2737152"/>
          </a:xfrm>
          <a:custGeom>
            <a:avLst/>
            <a:gdLst/>
            <a:ahLst/>
            <a:cxnLst/>
            <a:rect l="l" t="t" r="r" b="b"/>
            <a:pathLst>
              <a:path w="4276800" h="2737152">
                <a:moveTo>
                  <a:pt x="4276800" y="2737152"/>
                </a:moveTo>
                <a:lnTo>
                  <a:pt x="0" y="2737152"/>
                </a:lnTo>
                <a:lnTo>
                  <a:pt x="0" y="0"/>
                </a:lnTo>
                <a:lnTo>
                  <a:pt x="4276800" y="0"/>
                </a:lnTo>
                <a:lnTo>
                  <a:pt x="4276800" y="273715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783200" y="2988689"/>
            <a:ext cx="7125600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9"/>
              </a:lnSpc>
            </a:pPr>
            <a:r>
              <a:rPr lang="en-US" sz="5006" dirty="0">
                <a:solidFill>
                  <a:srgbClr val="A27430"/>
                </a:solidFill>
                <a:latin typeface="Malibu"/>
                <a:ea typeface="Malibu"/>
                <a:cs typeface="Malibu"/>
                <a:sym typeface="Malibu"/>
              </a:rPr>
              <a:t>Name</a:t>
            </a:r>
          </a:p>
        </p:txBody>
      </p:sp>
      <p:sp>
        <p:nvSpPr>
          <p:cNvPr id="8" name="AutoShape 8"/>
          <p:cNvSpPr/>
          <p:nvPr/>
        </p:nvSpPr>
        <p:spPr>
          <a:xfrm>
            <a:off x="1667438" y="5838027"/>
            <a:ext cx="2053517" cy="0"/>
          </a:xfrm>
          <a:prstGeom prst="line">
            <a:avLst/>
          </a:prstGeom>
          <a:ln w="28575" cap="flat">
            <a:solidFill>
              <a:srgbClr val="3B3A3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994011" y="5368482"/>
            <a:ext cx="703978" cy="895361"/>
          </a:xfrm>
          <a:custGeom>
            <a:avLst/>
            <a:gdLst/>
            <a:ahLst/>
            <a:cxnLst/>
            <a:rect l="l" t="t" r="r" b="b"/>
            <a:pathLst>
              <a:path w="703978" h="895361">
                <a:moveTo>
                  <a:pt x="0" y="0"/>
                </a:moveTo>
                <a:lnTo>
                  <a:pt x="703978" y="0"/>
                </a:lnTo>
                <a:lnTo>
                  <a:pt x="703978" y="895361"/>
                </a:lnTo>
                <a:lnTo>
                  <a:pt x="0" y="895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6886883" y="5816162"/>
            <a:ext cx="2053517" cy="0"/>
          </a:xfrm>
          <a:prstGeom prst="line">
            <a:avLst/>
          </a:prstGeom>
          <a:ln w="28575" cap="flat">
            <a:solidFill>
              <a:srgbClr val="3B3A3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603378" y="4083255"/>
            <a:ext cx="5485243" cy="249329"/>
          </a:xfrm>
          <a:custGeom>
            <a:avLst/>
            <a:gdLst/>
            <a:ahLst/>
            <a:cxnLst/>
            <a:rect l="l" t="t" r="r" b="b"/>
            <a:pathLst>
              <a:path w="5485243" h="249329">
                <a:moveTo>
                  <a:pt x="0" y="0"/>
                </a:moveTo>
                <a:lnTo>
                  <a:pt x="5485244" y="0"/>
                </a:lnTo>
                <a:lnTo>
                  <a:pt x="5485244" y="249329"/>
                </a:lnTo>
                <a:lnTo>
                  <a:pt x="0" y="2493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2787866" y="883049"/>
            <a:ext cx="5070484" cy="76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01"/>
              </a:lnSpc>
            </a:pPr>
            <a:r>
              <a:rPr lang="en-US" sz="4429" b="1" spc="270">
                <a:solidFill>
                  <a:srgbClr val="3B3A3A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CERTIFICATE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32038" y="1573170"/>
            <a:ext cx="3582141" cy="415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5"/>
              </a:lnSpc>
            </a:pPr>
            <a:r>
              <a:rPr lang="en-US" sz="2389" b="1" spc="203">
                <a:solidFill>
                  <a:srgbClr val="3B3A3A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- OF ACHIEVMENT-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03903" y="2457950"/>
            <a:ext cx="4238410" cy="256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sz="1530" b="1">
                <a:solidFill>
                  <a:srgbClr val="3B3A3A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THIS CERTIFICATE IS PRESENTED TO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44575" y="4446884"/>
            <a:ext cx="7802851" cy="489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542" b="1" spc="57">
                <a:solidFill>
                  <a:srgbClr val="3B3A3A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In recognition of your outstanding achievement, this certificate is presented</a:t>
            </a:r>
          </a:p>
          <a:p>
            <a:pPr algn="ctr">
              <a:lnSpc>
                <a:spcPts val="1974"/>
              </a:lnSpc>
            </a:pPr>
            <a:r>
              <a:rPr lang="en-US" sz="1542" b="1" spc="57">
                <a:solidFill>
                  <a:srgbClr val="3B3A3A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 to honor your first-place success in the competition.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67438" y="5925005"/>
            <a:ext cx="2053517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1" dirty="0">
                <a:solidFill>
                  <a:srgbClr val="3B3A3A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Olivia Wilson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86883" y="5917428"/>
            <a:ext cx="2053517" cy="27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8"/>
              </a:lnSpc>
            </a:pPr>
            <a:r>
              <a:rPr lang="en-US" sz="1598" b="1">
                <a:solidFill>
                  <a:srgbClr val="3B3A3A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Adeline Palmerston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RoxboroughCF Bold</vt:lpstr>
      <vt:lpstr>Malibu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Gold Modern Achievement Certificate</dc:title>
  <cp:lastModifiedBy>RavinderPal Gomez</cp:lastModifiedBy>
  <cp:revision>2</cp:revision>
  <dcterms:created xsi:type="dcterms:W3CDTF">2006-08-16T00:00:00Z</dcterms:created>
  <dcterms:modified xsi:type="dcterms:W3CDTF">2026-04-15T07:17:53Z</dcterms:modified>
  <dc:identifier>DAHG5wJQZD0</dc:identifier>
</cp:coreProperties>
</file>